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92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</a:rPr>
              <a:t>DEV-8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22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Weekly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Report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Terraform-Managed Serverless Pipeline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AWS Activity Monitoring &amp; Reporting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Terraform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7452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Serverless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EventBridge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Lambda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SES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4380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D4059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438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CloudTrail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Infrastructure as Code  |  Enterprise Structure  |  DEV &amp; PROD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023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AWS resource changes across accounts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are slow and error-prone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who created or deleted what?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miss critical infrastructure changes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weekly summary for the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0FAF5"/>
          </a:solidFill>
          <a:ln w="12700">
            <a:solidFill>
              <a:srgbClr val="AA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914400"/>
            <a:ext cx="3931920" cy="40233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914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The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EventBridge capture every resource event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event_processor Lambda processes and logs each event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5968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cron triggers HTML email report via 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1638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audit: resource name, type, action, time, user/role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Terraform-managed — repeatable, versioned IaC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868680"/>
            <a:ext cx="1417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3063240"/>
            <a:ext cx="1417320" cy="274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822960"/>
            <a:ext cx="1554480" cy="1188720"/>
          </a:xfrm>
          <a:prstGeom prst="rect">
            <a:avLst/>
          </a:prstGeom>
          <a:solidFill>
            <a:srgbClr val="1E5FA3"/>
          </a:solidFill>
          <a:ln w="12700">
            <a:solidFill>
              <a:srgbClr val="1E5FA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841248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261872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EC2 / S3 / 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Lambda / IAM / VPC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5603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3533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822960"/>
            <a:ext cx="1554480" cy="118872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841248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CloudTrail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261872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API calls logged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to S3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1417320"/>
            <a:ext cx="25603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13533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822960"/>
            <a:ext cx="15544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841248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EventBridge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261872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create/delete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event pattern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417320"/>
            <a:ext cx="25603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13533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822960"/>
            <a:ext cx="1554480" cy="11887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841248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event_processor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261872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Python 3.12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processes + logs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3017520"/>
            <a:ext cx="1280160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9164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</a:rPr>
              <a:t>EventBridge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</a:rPr>
              <a:t>Scheduler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456432"/>
            <a:ext cx="1280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</a:rPr>
              <a:t>Mon 2AM UTC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</a:rPr>
              <a:t>(7:30 AM IST)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3611880"/>
            <a:ext cx="16459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18104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54680" y="3017520"/>
            <a:ext cx="1280160" cy="11887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5468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report_sender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54680" y="3456432"/>
            <a:ext cx="1280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Python 3.12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fetches events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4840" y="3611880"/>
            <a:ext cx="16459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017520"/>
            <a:ext cx="12801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1772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3456432"/>
            <a:ext cx="1280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Styled email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with summary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3611880"/>
            <a:ext cx="16459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4184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0760" y="3017520"/>
            <a:ext cx="1280160" cy="1188720"/>
          </a:xfrm>
          <a:prstGeom prst="rect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8076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3456432"/>
            <a:ext cx="1280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Send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recipients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60920" y="3611880"/>
            <a:ext cx="16459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07224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43800" y="3017520"/>
            <a:ext cx="1280160" cy="1188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4380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Recipients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43800" y="3456432"/>
            <a:ext cx="1280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HTML +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Automation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810379-BA68-3FA6-7A0B-41148345AF98}"/>
              </a:ext>
            </a:extLst>
          </p:cNvPr>
          <p:cNvSpPr txBox="1"/>
          <p:nvPr/>
        </p:nvSpPr>
        <p:spPr>
          <a:xfrm>
            <a:off x="365760" y="816429"/>
            <a:ext cx="81904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&gt; Visibility &amp; Awareness</a:t>
            </a:r>
          </a:p>
          <a:p>
            <a:r>
              <a:rPr lang="en-GB" dirty="0"/>
              <a:t>Full real-time visibility into what's happening across your AWS environment — no more guessing or manual checks</a:t>
            </a:r>
          </a:p>
          <a:p>
            <a:endParaRPr lang="en-GB" dirty="0"/>
          </a:p>
          <a:p>
            <a:r>
              <a:rPr lang="en-GB" b="1" dirty="0"/>
              <a:t>&gt; Audit &amp; Accountability</a:t>
            </a:r>
          </a:p>
          <a:p>
            <a:r>
              <a:rPr lang="en-GB" dirty="0"/>
              <a:t>Every create/delete action is logged with the exact IAM user or role that performed it</a:t>
            </a:r>
          </a:p>
          <a:p>
            <a:endParaRPr lang="en-GB" dirty="0"/>
          </a:p>
          <a:p>
            <a:r>
              <a:rPr lang="en-GB" b="1" dirty="0"/>
              <a:t>&gt; Cost &amp; Time Savings</a:t>
            </a:r>
          </a:p>
          <a:p>
            <a:r>
              <a:rPr lang="en-GB" dirty="0"/>
              <a:t>Eliminates manual weekly review work — fully automated on a Monday morning schedule</a:t>
            </a:r>
          </a:p>
          <a:p>
            <a:endParaRPr lang="en-GB" dirty="0"/>
          </a:p>
          <a:p>
            <a:r>
              <a:rPr lang="en-GB" b="1" dirty="0"/>
              <a:t>&gt; Early Detection &amp; Risk Reduction</a:t>
            </a:r>
          </a:p>
          <a:p>
            <a:r>
              <a:rPr lang="en-GB" dirty="0"/>
              <a:t>Spot unexpected or unauthorized resource deletions before they cause outages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capture via CloudTrail + EventBridge for 6 AWS service types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5361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pipeline — event_processor Lambda processes events with zero ops overhead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0665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HTML email report sent every Monday 7:30 AM IST via 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5968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resource name, type, action, timestamp, region, and IAM actor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1272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Enterprise structure — reusable module + isolated DEV / PROD environments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6576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Production-hardened: 365-day log retention, input validation, least-privilege IAM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</a:rPr>
              <a:t>Jira: DEV-8  |  Terraform  |  AWS Serverless  |  Python 3.12  |  EventBridge + Lambda + SES + CloudTrail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406</Words>
  <Application>Microsoft Office PowerPoint</Application>
  <PresentationFormat>On-screen Show (16:9)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Weekly Resource Report — Terraform Enterprise</dc:title>
  <dc:subject>PptxGenJS Presentation</dc:subject>
  <dc:creator>DEV-8</dc:creator>
  <cp:lastModifiedBy>Ashok Kumar Vundavalli</cp:lastModifiedBy>
  <cp:revision>2</cp:revision>
  <dcterms:created xsi:type="dcterms:W3CDTF">2026-05-21T06:17:25Z</dcterms:created>
  <dcterms:modified xsi:type="dcterms:W3CDTF">2026-05-21T09:07:29Z</dcterms:modified>
</cp:coreProperties>
</file>